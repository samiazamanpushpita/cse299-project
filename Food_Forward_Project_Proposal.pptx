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F35"/>
          </a:solidFill>
          <a:ln w="12700">
            <a:solidFill>
              <a:srgbClr val="173F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627632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Food Forward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450592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9F5EF"/>
                </a:solidFill>
              </a:rPr>
              <a:t>A web-based food donation platform connecting donors, restaurants and charities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58978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8D8"/>
                </a:solidFill>
              </a:rPr>
              <a:t>Junior Project · Web Application · Django · 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543800" y="1051560"/>
            <a:ext cx="1828800" cy="658368"/>
          </a:xfrm>
          <a:prstGeom prst="rect">
            <a:avLst/>
          </a:prstGeom>
          <a:solidFill>
            <a:srgbClr val="FFF8EC"/>
          </a:solidFill>
          <a:ln w="15240">
            <a:solidFill>
              <a:srgbClr val="FFF8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DONOR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funds meals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98280" y="2487168"/>
            <a:ext cx="2103120" cy="658368"/>
          </a:xfrm>
          <a:prstGeom prst="rect">
            <a:avLst/>
          </a:prstGeom>
          <a:solidFill>
            <a:srgbClr val="FFF8EC"/>
          </a:solidFill>
          <a:ln w="15240">
            <a:solidFill>
              <a:srgbClr val="FFF8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RESTAURANT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prepares meals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43800" y="3959352"/>
            <a:ext cx="1828800" cy="658368"/>
          </a:xfrm>
          <a:prstGeom prst="rect">
            <a:avLst/>
          </a:prstGeom>
          <a:solidFill>
            <a:srgbClr val="FFF8EC"/>
          </a:solidFill>
          <a:ln w="15240">
            <a:solidFill>
              <a:srgbClr val="FFF8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CHARITY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receives &amp; confirms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41080" y="1719072"/>
            <a:ext cx="822960" cy="768096"/>
          </a:xfrm>
          <a:prstGeom prst="line">
            <a:avLst/>
          </a:prstGeom>
          <a:noFill/>
          <a:ln w="20320">
            <a:solidFill>
              <a:srgbClr val="95D5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45752" y="3145536"/>
            <a:ext cx="-804672" cy="804672"/>
          </a:xfrm>
          <a:prstGeom prst="line">
            <a:avLst/>
          </a:prstGeom>
          <a:noFill/>
          <a:ln w="20320">
            <a:solidFill>
              <a:srgbClr val="95D5B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543800" y="4251960"/>
            <a:ext cx="-502920" cy="-1325880"/>
          </a:xfrm>
          <a:prstGeom prst="line">
            <a:avLst/>
          </a:prstGeom>
          <a:noFill/>
          <a:ln w="20320">
            <a:solidFill>
              <a:srgbClr val="95D5B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food donation is still too manual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The platform responds to gaps in transparency, coordination and distribution.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F35"/>
                </a:solidFill>
              </a:rPr>
              <a:t>Current pain points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1783080"/>
            <a:ext cx="475488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• Donors lack clear visibility after contributing money or meals.
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• Restaurants have no central place to offer charitable meal packages.
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• Charities may receive uneven support while other needs remain pending.
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• Manual coordination slows down confirmation and reporting.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13898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F35"/>
                </a:solidFill>
              </a:rPr>
              <a:t>Need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760" y="1828800"/>
            <a:ext cx="461772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Centralized platform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one system for all stakeholders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80760" y="2743200"/>
            <a:ext cx="461772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4A90A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Transparent tracking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donation history + notifications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80760" y="3657600"/>
            <a:ext cx="461772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Fair allocation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send help where demand is highest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Solution: Food Forward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A responsive web application that turns a meal purchase into a trackable donation.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344168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F2933"/>
                </a:solidFill>
              </a:rPr>
              <a:t>Food Forward bridges the gap between people willing to donate, restaurants able to prepare meals, and charities serving communities.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6A4F"/>
                </a:solidFill>
              </a:rPr>
              <a:t>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1828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user roles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managed in one platform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71800" y="2514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A90A4"/>
                </a:solidFill>
              </a:rPr>
              <a:t>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971800" y="3127248"/>
            <a:ext cx="1965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donation journey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with clear status updates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4A261"/>
                </a:solidFill>
              </a:rPr>
              <a:t>AUTO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5303520" y="3127248"/>
            <a:ext cx="2011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charity assignment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when needs are highest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17373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Donor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buys meal package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651760" y="4983480"/>
            <a:ext cx="685800" cy="0"/>
          </a:xfrm>
          <a:prstGeom prst="line">
            <a:avLst/>
          </a:prstGeom>
          <a:noFill/>
          <a:ln w="1397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337560" y="4663440"/>
            <a:ext cx="19202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Restaurant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prepares order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257800" y="4983480"/>
            <a:ext cx="685800" cy="0"/>
          </a:xfrm>
          <a:prstGeom prst="line">
            <a:avLst/>
          </a:prstGeom>
          <a:noFill/>
          <a:ln w="1397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943600" y="4663440"/>
            <a:ext cx="17830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Charity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confirms receipt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26680" y="4983480"/>
            <a:ext cx="640080" cy="0"/>
          </a:xfrm>
          <a:prstGeom prst="line">
            <a:avLst/>
          </a:prstGeom>
          <a:noFill/>
          <a:ln w="1397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366760" y="4663440"/>
            <a:ext cx="19659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Admin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monitors platform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Stakeholders and responsibilities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Each role has a focused workflow while the administrator ensures trust and data quality.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1335024"/>
            <a:ext cx="2697480" cy="38404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Donor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94944" y="1901952"/>
            <a:ext cx="2551176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Register/login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Browse restaurants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Select meal package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Track donation history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3547872" y="1335024"/>
            <a:ext cx="2697480" cy="384048"/>
          </a:xfrm>
          <a:prstGeom prst="rect">
            <a:avLst/>
          </a:prstGeom>
          <a:solidFill>
            <a:srgbClr val="4A90A4"/>
          </a:solidFill>
          <a:ln>
            <a:solidFill>
              <a:srgbClr val="4A90A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Restaurant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621024" y="1901952"/>
            <a:ext cx="2551176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Manage profile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Add meal packages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Accept donation orders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Update preparation status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6473952" y="1335024"/>
            <a:ext cx="2697480" cy="384048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Charity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47104" y="1901952"/>
            <a:ext cx="2551176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Register for approval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Receive meals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Confirm delivery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View donation records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9400032" y="1335024"/>
            <a:ext cx="2697480" cy="384048"/>
          </a:xfrm>
          <a:prstGeom prst="rect">
            <a:avLst/>
          </a:prstGeom>
          <a:solidFill>
            <a:srgbClr val="173F35"/>
          </a:solidFill>
          <a:ln>
            <a:solidFill>
              <a:srgbClr val="173F3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Administrator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473184" y="1901952"/>
            <a:ext cx="2551176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Verify partners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Manage users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Monitor donations
</a:t>
            </a:r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• Generate reports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10241280" cy="0"/>
          </a:xfrm>
          <a:prstGeom prst="line">
            <a:avLst/>
          </a:prstGeom>
          <a:noFill/>
          <a:ln w="1524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697480" y="48920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F35"/>
                </a:solidFill>
              </a:rPr>
              <a:t>Shared goal: transparent, efficient and fair meal donation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workflow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From donor action to charity confirmation.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0" y="1737360"/>
            <a:ext cx="82296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60520" y="1737360"/>
            <a:ext cx="82296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309360" y="1737360"/>
            <a:ext cx="82296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1737360"/>
            <a:ext cx="82296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607040" y="1737360"/>
            <a:ext cx="-1325880" cy="233172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607040" y="4069080"/>
            <a:ext cx="-347472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58200" y="4069080"/>
            <a:ext cx="-347472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4069080"/>
            <a:ext cx="-347472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4712" y="138988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Register / log 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1417320"/>
            <a:ext cx="384048" cy="38404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3552" y="138988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Browse restaurants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1417320"/>
            <a:ext cx="384048" cy="38404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22392" y="138988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Select package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32320" y="1417320"/>
            <a:ext cx="384048" cy="38404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71232" y="138988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Choose charity or auto-assign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81160" y="1417320"/>
            <a:ext cx="384048" cy="38404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20072" y="138988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Simulated payment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81160" y="3749040"/>
            <a:ext cx="384048" cy="384048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20072" y="372160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Restaurant accepts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32320" y="3749040"/>
            <a:ext cx="384048" cy="384048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71232" y="372160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Prepare &amp; deliver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3749040"/>
            <a:ext cx="384048" cy="384048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22392" y="372160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Charity confirms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34640" y="3749040"/>
            <a:ext cx="384048" cy="384048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73552" y="3721608"/>
            <a:ext cx="1371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Donor notified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71600" y="559612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F35"/>
                </a:solidFill>
              </a:rPr>
              <a:t>Order status: Pending → Accepted → Preparing → Delivered → Confirmed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The platform combines donation management, partner management and transparency tools.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F35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A72"/>
                </a:solidFill>
              </a:rPr>
              <a:t>role-based registration and login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478024"/>
            <a:ext cx="24688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4173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F35"/>
                </a:solidFill>
              </a:rPr>
              <a:t>Restaurant &amp; charity management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1892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A72"/>
                </a:solidFill>
              </a:rPr>
              <a:t>verified partner profiles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478024"/>
            <a:ext cx="2468880" cy="0"/>
          </a:xfrm>
          <a:prstGeom prst="line">
            <a:avLst/>
          </a:prstGeom>
          <a:noFill/>
          <a:ln w="25400">
            <a:solidFill>
              <a:srgbClr val="4A90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4173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F35"/>
                </a:solidFill>
              </a:rPr>
              <a:t>Meal package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92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A72"/>
                </a:solidFill>
              </a:rPr>
              <a:t>restaurant-added donation packages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2478024"/>
            <a:ext cx="246888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37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F35"/>
                </a:solidFill>
              </a:rPr>
              <a:t>Donation tracking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8130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A72"/>
                </a:solidFill>
              </a:rPr>
              <a:t>status updates and history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398264"/>
            <a:ext cx="24688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337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F35"/>
                </a:solidFill>
              </a:rPr>
              <a:t>Notification system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38130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A72"/>
                </a:solidFill>
              </a:rPr>
              <a:t>donor and stakeholder confirmations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4398264"/>
            <a:ext cx="2468880" cy="0"/>
          </a:xfrm>
          <a:prstGeom prst="line">
            <a:avLst/>
          </a:prstGeom>
          <a:noFill/>
          <a:ln w="25400">
            <a:solidFill>
              <a:srgbClr val="4A90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337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F35"/>
                </a:solidFill>
              </a:rPr>
              <a:t>Admin dashboard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38130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A72"/>
                </a:solidFill>
              </a:rPr>
              <a:t>monitoring, reports and statistics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55280" y="4398264"/>
            <a:ext cx="246888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5376672"/>
            <a:ext cx="96926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F2933"/>
                </a:solidFill>
              </a:rPr>
              <a:t>Simulated payment is included for academic feasibility; future versions can integrate real gateways.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Innovative feature: Donate Where It’s Needed Most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Automatic assignment helps distribute support to charities with the highest current demand.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97480" y="2788920"/>
            <a:ext cx="1097280" cy="0"/>
          </a:xfrm>
          <a:prstGeom prst="line">
            <a:avLst/>
          </a:prstGeom>
          <a:noFill/>
          <a:ln w="1778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15000" y="2788920"/>
            <a:ext cx="1097280" cy="0"/>
          </a:xfrm>
          <a:prstGeom prst="line">
            <a:avLst/>
          </a:prstGeom>
          <a:noFill/>
          <a:ln w="1778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732520" y="2788920"/>
            <a:ext cx="914400" cy="0"/>
          </a:xfrm>
          <a:prstGeom prst="line">
            <a:avLst/>
          </a:prstGeom>
          <a:noFill/>
          <a:ln w="1778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196596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Donor chooses auto-assign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instead of selecting a specific charity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94760" y="2240280"/>
            <a:ext cx="192024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4A90A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System checks demand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compares pending charity requests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12280" y="2240280"/>
            <a:ext cx="192024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Highest need charity selected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fairer resource distribution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46920" y="2240280"/>
            <a:ext cx="169164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Donation tracked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order status stays visible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54480" y="48463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F35"/>
                </a:solidFill>
              </a:rPr>
              <a:t>Result: donations are not only delivered — they are directed where they can have the greatest immediate value.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and technology stack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An iterative SDLC approach supports modular development and regular testing.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F35"/>
                </a:solidFill>
              </a:rPr>
              <a:t>Iterative SDLC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914400" cy="47548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Plan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1691640" y="2157984"/>
            <a:ext cx="173736" cy="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901952" y="1920240"/>
            <a:ext cx="914400" cy="475488"/>
          </a:xfrm>
          <a:prstGeom prst="rect">
            <a:avLst/>
          </a:prstGeom>
          <a:solidFill>
            <a:srgbClr val="4A90A4"/>
          </a:solidFill>
          <a:ln>
            <a:solidFill>
              <a:srgbClr val="4A90A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Design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2816352" y="2157984"/>
            <a:ext cx="173736" cy="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026664" y="1920240"/>
            <a:ext cx="914400" cy="475488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Build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3941064" y="2157984"/>
            <a:ext cx="173736" cy="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151376" y="1920240"/>
            <a:ext cx="914400" cy="475488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Test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065776" y="2157984"/>
            <a:ext cx="173736" cy="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276088" y="1920240"/>
            <a:ext cx="914400" cy="475488"/>
          </a:xfrm>
          <a:prstGeom prst="rect">
            <a:avLst/>
          </a:prstGeom>
          <a:solidFill>
            <a:srgbClr val="4A90A4"/>
          </a:solidFill>
          <a:ln>
            <a:solidFill>
              <a:srgbClr val="4A90A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Improve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F35"/>
                </a:solidFill>
              </a:rPr>
              <a:t>Technology stack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2296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3F35"/>
                </a:solidFill>
              </a:rPr>
              <a:t>Frontend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606040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HTML5, CSS3, JavaScript, Bootstrap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3758184"/>
            <a:ext cx="5532120" cy="0"/>
          </a:xfrm>
          <a:prstGeom prst="line">
            <a:avLst/>
          </a:prstGeom>
          <a:noFill/>
          <a:ln w="6350">
            <a:solidFill>
              <a:srgbClr val="D1D8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40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3F35"/>
                </a:solidFill>
              </a:rPr>
              <a:t>Backend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606040" y="3840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Django / Python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22960" y="4197096"/>
            <a:ext cx="5532120" cy="0"/>
          </a:xfrm>
          <a:prstGeom prst="line">
            <a:avLst/>
          </a:prstGeom>
          <a:noFill/>
          <a:ln w="6350">
            <a:solidFill>
              <a:srgbClr val="D1D8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793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3F35"/>
                </a:solidFill>
              </a:rPr>
              <a:t>Database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606040" y="42793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MySQL with phpMyAdmin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2960" y="4636008"/>
            <a:ext cx="5532120" cy="0"/>
          </a:xfrm>
          <a:prstGeom prst="line">
            <a:avLst/>
          </a:prstGeom>
          <a:noFill/>
          <a:ln w="6350">
            <a:solidFill>
              <a:srgbClr val="D1D8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183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3F35"/>
                </a:solidFill>
              </a:rPr>
              <a:t>IDE &amp; Version Control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2606040" y="47183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</a:rPr>
              <a:t>Visual Studio Code, Git, GitHub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31520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F35"/>
                </a:solidFill>
              </a:rPr>
              <a:t>Why this stack fits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360920" y="1920240"/>
            <a:ext cx="384048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F2933"/>
                </a:solidFill>
              </a:rPr>
              <a:t>• Django supports authentication, admin views and rapid development.
</a:t>
            </a:r>
            <a:pPr indent="0" marL="0">
              <a:buNone/>
            </a:pPr>
            <a:r>
              <a:rPr lang="en-US" sz="1310" dirty="0">
                <a:solidFill>
                  <a:srgbClr val="1F2933"/>
                </a:solidFill>
              </a:rPr>
              <a:t>• MySQL provides structured relational storage for transactions.
</a:t>
            </a:r>
            <a:pPr indent="0" marL="0">
              <a:buNone/>
            </a:pPr>
            <a:r>
              <a:rPr lang="en-US" sz="1310" dirty="0">
                <a:solidFill>
                  <a:srgbClr val="1F2933"/>
                </a:solidFill>
              </a:rPr>
              <a:t>• Bootstrap enables responsive pages for academic demonstration.
</a:t>
            </a:r>
            <a:pPr indent="0" marL="0">
              <a:buNone/>
            </a:pPr>
            <a:r>
              <a:rPr lang="en-US" sz="1310" dirty="0">
                <a:solidFill>
                  <a:srgbClr val="1F2933"/>
                </a:solidFill>
              </a:rPr>
              <a:t>• GitHub keeps documentation and collaboration organized.</a:t>
            </a:r>
            <a:endParaRPr lang="en-US" sz="1310" dirty="0"/>
          </a:p>
        </p:txBody>
      </p:sp>
      <p:sp>
        <p:nvSpPr>
          <p:cNvPr id="30" name="Text 28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Primary entities maintain data integrity across users, partners, orders and confirmations.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1234440" cy="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97880" y="1920240"/>
            <a:ext cx="1234440" cy="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52560" y="1920240"/>
            <a:ext cx="1051560" cy="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2331720"/>
            <a:ext cx="0" cy="132588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92440" y="2331720"/>
            <a:ext cx="0" cy="132588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7240" y="1508760"/>
            <a:ext cx="19659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Users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donors, restaurants, charities, admin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977640" y="1508760"/>
            <a:ext cx="19202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4A90A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Restaurants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profiles + meal packages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1508760"/>
            <a:ext cx="19202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Donations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meal order, status, charity choice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104120" y="1508760"/>
            <a:ext cx="15087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Charities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approval + donation records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977640" y="3657600"/>
            <a:ext cx="19202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4A90A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Meal Packages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price + quantity details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132320" y="3657600"/>
            <a:ext cx="19202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Payments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simulated payment record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394960" y="4983480"/>
            <a:ext cx="22860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D6A4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Notifications</a:t>
            </a:r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delivery + status updates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897880" y="4032504"/>
            <a:ext cx="1234440" cy="0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92440" y="4407408"/>
            <a:ext cx="-1554480" cy="576072"/>
          </a:xfrm>
          <a:prstGeom prst="line">
            <a:avLst/>
          </a:prstGeom>
          <a:noFill/>
          <a:ln w="11430">
            <a:solidFill>
              <a:srgbClr val="5E6A72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97280" y="59253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5E6A72"/>
                </a:solidFill>
              </a:rPr>
              <a:t>Core tables: Users, Restaurants, Charities, Meal Packages, Donations, Notifications and Payments.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Food Forward delivers both social value and full-stack learning value.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F35"/>
                </a:solidFill>
              </a:rPr>
              <a:t>Social impact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493776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• Reduced food waste by increasing restaurant participation.
</a:t>
            </a:r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• Improved access to donated meals for charities.
</a:t>
            </a:r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• Transparent donation tracking from order to receipt.
</a:t>
            </a:r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• More balanced distribution through demand-based allocation.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922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F35"/>
                </a:solidFill>
              </a:rPr>
              <a:t>Academic outcomes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0528" y="1847088"/>
            <a:ext cx="466344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• Practical Django and MySQL implementation experience.
</a:t>
            </a:r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• Database design with relational integrity.
</a:t>
            </a:r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• Responsive frontend development using Bootstrap.
</a:t>
            </a:r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• Team collaboration through GitHub documentation.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5120640"/>
            <a:ext cx="9692640" cy="502920"/>
          </a:xfrm>
          <a:prstGeom prst="rect">
            <a:avLst/>
          </a:prstGeom>
          <a:solidFill>
            <a:srgbClr val="173F35"/>
          </a:solidFill>
          <a:ln>
            <a:solidFill>
              <a:srgbClr val="173F3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 technically feasible project with a clear pathway from prototype to real community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scope and conclusion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" y="8321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</a:rPr>
              <a:t>The academic prototype can evolve into a practical donation ecosystem.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Payment gateways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SSLCommerz, bKash, Nagad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0" y="1417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Mobile app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8056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donor and partner access on the go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0" y="1417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GPS tracking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delivery visibility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2679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Real-time updates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WebSockets, email and SMS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80560" y="2679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Analytics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8056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data visualization and reports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679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F35"/>
                </a:solidFill>
              </a:rPr>
              <a:t>AI allocation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</a:rPr>
              <a:t>recommendations for donation distribution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4407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F35"/>
                </a:solidFill>
              </a:rPr>
              <a:t>Conclusion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" y="4864608"/>
            <a:ext cx="10652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Food Forward connects donors, restaurants and charities in a transparent, accountable and fair donation process. The system is feasible within the project time frame and provides a strong foundation for both academic demonstration and future community impact.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2"/>
                </a:solidFill>
              </a:rPr>
              <a:t>Food Forward · Junior Project Proposal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83696" y="6446520"/>
            <a:ext cx="502920" cy="237744"/>
          </a:xfrm>
          <a:prstGeom prst="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Junior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Forward: Web-Based Food Donation Platform</dc:title>
  <dc:subject>Food Forward Project Proposal</dc:subject>
  <dc:creator>OpenAI</dc:creator>
  <cp:lastModifiedBy>OpenAI</cp:lastModifiedBy>
  <cp:revision>1</cp:revision>
  <dcterms:created xsi:type="dcterms:W3CDTF">2026-06-28T18:18:28Z</dcterms:created>
  <dcterms:modified xsi:type="dcterms:W3CDTF">2026-06-28T18:18:28Z</dcterms:modified>
</cp:coreProperties>
</file>